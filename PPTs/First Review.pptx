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jk/BLUAuxMqG+s8QcQPu65vQDL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3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3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github.com/THILAK-R-P/event-registration-system/blob/master/README.md" TargetMode="External"/><Relationship Id="rId4" Type="http://schemas.openxmlformats.org/officeDocument/2006/relationships/hyperlink" Target="https://github.com/THILAK-R-P/event-registration-system.git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1775757" y="1308629"/>
            <a:ext cx="9144000" cy="10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None/>
            </a:pPr>
            <a:r>
              <a:rPr b="1" lang="en-US" sz="1800">
                <a:latin typeface="Cambria"/>
                <a:ea typeface="Cambria"/>
                <a:cs typeface="Cambria"/>
                <a:sym typeface="Cambria"/>
              </a:rPr>
              <a:t>Academic Year 2025 - 26</a:t>
            </a:r>
            <a:br>
              <a:rPr b="1" lang="en-US" sz="1800">
                <a:latin typeface="Cambria"/>
                <a:ea typeface="Cambria"/>
                <a:cs typeface="Cambria"/>
                <a:sym typeface="Cambria"/>
              </a:rPr>
            </a:br>
            <a:r>
              <a:rPr b="1" lang="en-US" sz="18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S6 MINI PROJECT</a:t>
            </a:r>
            <a:br>
              <a:rPr b="1" lang="en-US" sz="18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1" lang="en-US" sz="1800">
                <a:latin typeface="Cambria"/>
                <a:ea typeface="Cambria"/>
                <a:cs typeface="Cambria"/>
                <a:sym typeface="Cambria"/>
              </a:rPr>
              <a:t>First </a:t>
            </a:r>
            <a:r>
              <a:rPr b="1" lang="en-US" sz="1800">
                <a:latin typeface="Cambria"/>
                <a:ea typeface="Cambria"/>
                <a:cs typeface="Cambria"/>
                <a:sym typeface="Cambria"/>
              </a:rPr>
              <a:t>Review </a:t>
            </a:r>
            <a:endParaRPr b="1"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775750" y="2681925"/>
            <a:ext cx="9144000" cy="17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ct val="77407"/>
              <a:buNone/>
            </a:pPr>
            <a:r>
              <a:rPr b="1" lang="en-US" sz="3100">
                <a:solidFill>
                  <a:srgbClr val="385623"/>
                </a:solidFill>
                <a:latin typeface="Cambria"/>
                <a:ea typeface="Cambria"/>
                <a:cs typeface="Cambria"/>
                <a:sym typeface="Cambria"/>
              </a:rPr>
              <a:t>PROJE</a:t>
            </a:r>
            <a:r>
              <a:rPr b="1" lang="en-US" sz="3100">
                <a:solidFill>
                  <a:srgbClr val="385623"/>
                </a:solidFill>
                <a:latin typeface="Cambria"/>
                <a:ea typeface="Cambria"/>
                <a:cs typeface="Cambria"/>
                <a:sym typeface="Cambria"/>
              </a:rPr>
              <a:t>CT TITLE</a:t>
            </a:r>
            <a:endParaRPr b="1" sz="3100">
              <a:solidFill>
                <a:srgbClr val="385623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ct val="77407"/>
              <a:buNone/>
            </a:pPr>
            <a:r>
              <a:t/>
            </a:r>
            <a:endParaRPr b="1" sz="3100">
              <a:solidFill>
                <a:srgbClr val="385623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ct val="76642"/>
              <a:buNone/>
            </a:pPr>
            <a:r>
              <a:rPr b="1" lang="en-US" sz="3131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rPr>
              <a:t>EventSys</a:t>
            </a:r>
            <a:endParaRPr sz="3131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>
              <a:solidFill>
                <a:srgbClr val="7030A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44435" y="0"/>
            <a:ext cx="7675419" cy="1308626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/>
        </p:nvSpPr>
        <p:spPr>
          <a:xfrm>
            <a:off x="3734309" y="4037089"/>
            <a:ext cx="5226900" cy="14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US" sz="2000">
                <a:solidFill>
                  <a:srgbClr val="385623"/>
                </a:solidFill>
                <a:latin typeface="Cambria"/>
                <a:ea typeface="Cambria"/>
                <a:cs typeface="Cambria"/>
                <a:sym typeface="Cambria"/>
              </a:rPr>
              <a:t>Name: </a:t>
            </a:r>
            <a:r>
              <a:rPr b="1" lang="en-US" sz="2000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rPr>
              <a:t>THILAK R P</a:t>
            </a:r>
            <a:endParaRPr b="1" sz="2000">
              <a:solidFill>
                <a:srgbClr val="00206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US" sz="2000">
                <a:solidFill>
                  <a:srgbClr val="385623"/>
                </a:solidFill>
                <a:latin typeface="Cambria"/>
                <a:ea typeface="Cambria"/>
                <a:cs typeface="Cambria"/>
                <a:sym typeface="Cambria"/>
              </a:rPr>
              <a:t>Reg No: </a:t>
            </a:r>
            <a:r>
              <a:rPr b="1" lang="en-US" sz="2000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rPr>
              <a:t>7376232CT155</a:t>
            </a:r>
            <a:endParaRPr b="1" sz="2000">
              <a:solidFill>
                <a:srgbClr val="00206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US" sz="2000">
                <a:solidFill>
                  <a:srgbClr val="385623"/>
                </a:solidFill>
                <a:latin typeface="Cambria"/>
                <a:ea typeface="Cambria"/>
                <a:cs typeface="Cambria"/>
                <a:sym typeface="Cambria"/>
              </a:rPr>
              <a:t>Department: </a:t>
            </a:r>
            <a:r>
              <a:rPr b="1" lang="en-US" sz="2000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rPr>
              <a:t>Computer Technology</a:t>
            </a:r>
            <a:endParaRPr b="1" sz="2000">
              <a:solidFill>
                <a:srgbClr val="00206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"/>
          <p:cNvSpPr txBox="1"/>
          <p:nvPr>
            <p:ph idx="1" type="body"/>
          </p:nvPr>
        </p:nvSpPr>
        <p:spPr>
          <a:xfrm>
            <a:off x="838200" y="983673"/>
            <a:ext cx="10515600" cy="5193290"/>
          </a:xfrm>
          <a:prstGeom prst="rect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2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101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800">
                <a:solidFill>
                  <a:srgbClr val="385623"/>
                </a:solidFill>
                <a:latin typeface="Arial"/>
                <a:ea typeface="Arial"/>
                <a:cs typeface="Arial"/>
                <a:sym typeface="Arial"/>
              </a:rPr>
              <a:t>13-02-2026</a:t>
            </a:r>
            <a:endParaRPr b="1" sz="1800">
              <a:solidFill>
                <a:srgbClr val="385623"/>
              </a:solidFill>
            </a:endParaRPr>
          </a:p>
        </p:txBody>
      </p:sp>
      <p:sp>
        <p:nvSpPr>
          <p:cNvPr id="98" name="Google Shape;98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800">
                <a:solidFill>
                  <a:srgbClr val="385623"/>
                </a:solidFill>
              </a:rPr>
              <a:t>FIRST </a:t>
            </a:r>
            <a:r>
              <a:rPr b="1" lang="en-US" sz="1800">
                <a:solidFill>
                  <a:srgbClr val="385623"/>
                </a:solidFill>
              </a:rPr>
              <a:t>REVIEW PRESENTATION</a:t>
            </a:r>
            <a:endParaRPr b="1" sz="1800">
              <a:solidFill>
                <a:srgbClr val="385623"/>
              </a:solidFill>
            </a:endParaRPr>
          </a:p>
        </p:txBody>
      </p:sp>
      <p:sp>
        <p:nvSpPr>
          <p:cNvPr id="99" name="Google Shape;99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b="1" lang="en-US" sz="1800">
                <a:solidFill>
                  <a:srgbClr val="385623"/>
                </a:solidFill>
              </a:rPr>
              <a:t>‹#›</a:t>
            </a:fld>
            <a:endParaRPr b="1" sz="1800">
              <a:solidFill>
                <a:srgbClr val="385623"/>
              </a:solidFill>
            </a:endParaRPr>
          </a:p>
        </p:txBody>
      </p:sp>
      <p:sp>
        <p:nvSpPr>
          <p:cNvPr id="100" name="Google Shape;100;p4"/>
          <p:cNvSpPr txBox="1"/>
          <p:nvPr>
            <p:ph type="title"/>
          </p:nvPr>
        </p:nvSpPr>
        <p:spPr>
          <a:xfrm>
            <a:off x="838200" y="240434"/>
            <a:ext cx="10515600" cy="5769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TECH STACK </a:t>
            </a:r>
            <a:endParaRPr b="1" sz="2400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1" name="Google Shape;101;p4"/>
          <p:cNvSpPr txBox="1"/>
          <p:nvPr/>
        </p:nvSpPr>
        <p:spPr>
          <a:xfrm>
            <a:off x="1807000" y="1275650"/>
            <a:ext cx="3868500" cy="2259000"/>
          </a:xfrm>
          <a:prstGeom prst="rect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</a:rPr>
              <a:t>Frontend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React.js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Component-based UI development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Fast rendering using Virtual DOM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Handles routing (React Router)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API communication using Axios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 txBox="1"/>
          <p:nvPr/>
        </p:nvSpPr>
        <p:spPr>
          <a:xfrm>
            <a:off x="6378375" y="1275650"/>
            <a:ext cx="3868500" cy="2259000"/>
          </a:xfrm>
          <a:prstGeom prst="rect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</a:rPr>
              <a:t>Backend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Node.js + Express.js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RESTful API development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Middleware support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Handles authentication &amp; authorization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 txBox="1"/>
          <p:nvPr/>
        </p:nvSpPr>
        <p:spPr>
          <a:xfrm>
            <a:off x="1807000" y="3737650"/>
            <a:ext cx="3868500" cy="2259000"/>
          </a:xfrm>
          <a:prstGeom prst="rect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</a:rPr>
              <a:t>Database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MongoDB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NoSQL document-based database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Stores data in JSON format(BSON)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Flexible schema design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Easy integration with Mongoose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 txBox="1"/>
          <p:nvPr/>
        </p:nvSpPr>
        <p:spPr>
          <a:xfrm>
            <a:off x="6378375" y="3737650"/>
            <a:ext cx="3868500" cy="2259000"/>
          </a:xfrm>
          <a:prstGeom prst="rect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</a:rPr>
              <a:t>Other Tools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React.js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Mongoose – MongoDB object modeling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JWT – Authentication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Git &amp; GitHub – Version control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 txBox="1"/>
          <p:nvPr>
            <p:ph idx="1" type="body"/>
          </p:nvPr>
        </p:nvSpPr>
        <p:spPr>
          <a:xfrm>
            <a:off x="838200" y="983673"/>
            <a:ext cx="10515600" cy="5193300"/>
          </a:xfrm>
          <a:prstGeom prst="rect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2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101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800">
                <a:solidFill>
                  <a:srgbClr val="385623"/>
                </a:solidFill>
                <a:latin typeface="Arial"/>
                <a:ea typeface="Arial"/>
                <a:cs typeface="Arial"/>
                <a:sym typeface="Arial"/>
              </a:rPr>
              <a:t>13-02-2026</a:t>
            </a:r>
            <a:endParaRPr b="1" sz="1800">
              <a:solidFill>
                <a:srgbClr val="385623"/>
              </a:solidFill>
            </a:endParaRPr>
          </a:p>
        </p:txBody>
      </p:sp>
      <p:sp>
        <p:nvSpPr>
          <p:cNvPr id="111" name="Google Shape;111;p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800">
                <a:solidFill>
                  <a:srgbClr val="385623"/>
                </a:solidFill>
              </a:rPr>
              <a:t>FIRST </a:t>
            </a:r>
            <a:r>
              <a:rPr b="1" lang="en-US" sz="1800">
                <a:solidFill>
                  <a:srgbClr val="385623"/>
                </a:solidFill>
              </a:rPr>
              <a:t>REVIEW PRESENTATION</a:t>
            </a:r>
            <a:endParaRPr b="1" sz="1800">
              <a:solidFill>
                <a:srgbClr val="385623"/>
              </a:solidFill>
            </a:endParaRPr>
          </a:p>
        </p:txBody>
      </p:sp>
      <p:sp>
        <p:nvSpPr>
          <p:cNvPr id="112" name="Google Shape;112;p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b="1" lang="en-US" sz="1800">
                <a:solidFill>
                  <a:srgbClr val="385623"/>
                </a:solidFill>
              </a:rPr>
              <a:t>‹#›</a:t>
            </a:fld>
            <a:endParaRPr b="1" sz="1800">
              <a:solidFill>
                <a:srgbClr val="385623"/>
              </a:solidFill>
            </a:endParaRPr>
          </a:p>
        </p:txBody>
      </p:sp>
      <p:sp>
        <p:nvSpPr>
          <p:cNvPr id="113" name="Google Shape;113;p5"/>
          <p:cNvSpPr txBox="1"/>
          <p:nvPr>
            <p:ph type="title"/>
          </p:nvPr>
        </p:nvSpPr>
        <p:spPr>
          <a:xfrm>
            <a:off x="838200" y="240434"/>
            <a:ext cx="10515600" cy="5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ARCHITECTURE</a:t>
            </a:r>
            <a:r>
              <a:rPr b="1" lang="en-US" sz="240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endParaRPr b="1" sz="2400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4" name="Google Shape;114;p5"/>
          <p:cNvSpPr txBox="1"/>
          <p:nvPr/>
        </p:nvSpPr>
        <p:spPr>
          <a:xfrm>
            <a:off x="4161750" y="1900250"/>
            <a:ext cx="3868500" cy="1852800"/>
          </a:xfrm>
          <a:prstGeom prst="rect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</a:rPr>
              <a:t> Presentation Layer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React frontend handles:</a:t>
            </a:r>
            <a:endParaRPr b="1" sz="1600">
              <a:solidFill>
                <a:schemeClr val="dk1"/>
              </a:solidFill>
            </a:endParaRPr>
          </a:p>
          <a:p>
            <a:pPr indent="-33020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User Interface</a:t>
            </a:r>
            <a:endParaRPr sz="1600">
              <a:solidFill>
                <a:schemeClr val="dk1"/>
              </a:solidFill>
            </a:endParaRPr>
          </a:p>
          <a:p>
            <a:pPr indent="-3302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Form validation</a:t>
            </a:r>
            <a:endParaRPr sz="1600">
              <a:solidFill>
                <a:schemeClr val="dk1"/>
              </a:solidFill>
            </a:endParaRPr>
          </a:p>
          <a:p>
            <a:pPr indent="-3302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API calls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 txBox="1"/>
          <p:nvPr/>
        </p:nvSpPr>
        <p:spPr>
          <a:xfrm>
            <a:off x="1807000" y="3961375"/>
            <a:ext cx="3868500" cy="1852800"/>
          </a:xfrm>
          <a:prstGeom prst="rect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</a:rPr>
              <a:t>Application Layer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Node + Express backend handles:</a:t>
            </a:r>
            <a:endParaRPr b="1" sz="1600">
              <a:solidFill>
                <a:schemeClr val="dk1"/>
              </a:solidFill>
            </a:endParaRPr>
          </a:p>
          <a:p>
            <a:pPr indent="-33020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Business logic</a:t>
            </a:r>
            <a:endParaRPr sz="1600">
              <a:solidFill>
                <a:schemeClr val="dk1"/>
              </a:solidFill>
            </a:endParaRPr>
          </a:p>
          <a:p>
            <a:pPr indent="-3302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Authentication</a:t>
            </a:r>
            <a:endParaRPr sz="1600">
              <a:solidFill>
                <a:schemeClr val="dk1"/>
              </a:solidFill>
            </a:endParaRPr>
          </a:p>
          <a:p>
            <a:pPr indent="-3302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API routing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 txBox="1"/>
          <p:nvPr/>
        </p:nvSpPr>
        <p:spPr>
          <a:xfrm>
            <a:off x="6366525" y="3961375"/>
            <a:ext cx="3868500" cy="1852800"/>
          </a:xfrm>
          <a:prstGeom prst="rect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</a:rPr>
              <a:t>Data Layer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MongoDB handles:</a:t>
            </a:r>
            <a:endParaRPr b="1" sz="1600">
              <a:solidFill>
                <a:schemeClr val="dk1"/>
              </a:solidFill>
            </a:endParaRPr>
          </a:p>
          <a:p>
            <a:pPr indent="-33020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User data</a:t>
            </a:r>
            <a:endParaRPr sz="1600">
              <a:solidFill>
                <a:schemeClr val="dk1"/>
              </a:solidFill>
            </a:endParaRPr>
          </a:p>
          <a:p>
            <a:pPr indent="-3302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Event data</a:t>
            </a:r>
            <a:endParaRPr sz="1600">
              <a:solidFill>
                <a:schemeClr val="dk1"/>
              </a:solidFill>
            </a:endParaRPr>
          </a:p>
          <a:p>
            <a:pPr indent="-3302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Relationships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 txBox="1"/>
          <p:nvPr/>
        </p:nvSpPr>
        <p:spPr>
          <a:xfrm>
            <a:off x="2512350" y="1193557"/>
            <a:ext cx="7167300" cy="5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3-Tier Architecture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800">
                <a:solidFill>
                  <a:srgbClr val="385623"/>
                </a:solidFill>
                <a:latin typeface="Arial"/>
                <a:ea typeface="Arial"/>
                <a:cs typeface="Arial"/>
                <a:sym typeface="Arial"/>
              </a:rPr>
              <a:t>13-02-2026</a:t>
            </a:r>
            <a:endParaRPr/>
          </a:p>
        </p:txBody>
      </p:sp>
      <p:sp>
        <p:nvSpPr>
          <p:cNvPr id="123" name="Google Shape;12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800">
                <a:solidFill>
                  <a:srgbClr val="385623"/>
                </a:solidFill>
              </a:rPr>
              <a:t>FIRST REVIEW PRESENTATION</a:t>
            </a:r>
            <a:endParaRPr/>
          </a:p>
        </p:txBody>
      </p:sp>
      <p:sp>
        <p:nvSpPr>
          <p:cNvPr id="124" name="Google Shape;12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b="1" lang="en-US" sz="1800">
                <a:solidFill>
                  <a:srgbClr val="385623"/>
                </a:solidFill>
              </a:rPr>
              <a:t>‹#›</a:t>
            </a:fld>
            <a:endParaRPr/>
          </a:p>
        </p:txBody>
      </p:sp>
      <p:sp>
        <p:nvSpPr>
          <p:cNvPr id="125" name="Google Shape;125;p9"/>
          <p:cNvSpPr txBox="1"/>
          <p:nvPr>
            <p:ph type="title"/>
          </p:nvPr>
        </p:nvSpPr>
        <p:spPr>
          <a:xfrm>
            <a:off x="838200" y="240434"/>
            <a:ext cx="10515600" cy="438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DB Schema</a:t>
            </a:r>
            <a:endParaRPr b="1" sz="2400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6" name="Google Shape;126;p9"/>
          <p:cNvSpPr txBox="1"/>
          <p:nvPr/>
        </p:nvSpPr>
        <p:spPr>
          <a:xfrm>
            <a:off x="450200" y="1365600"/>
            <a:ext cx="5525100" cy="4587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USERS</a:t>
            </a:r>
            <a:endParaRPr sz="2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2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2200">
                <a:solidFill>
                  <a:srgbClr val="C8C8C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_id</a:t>
            </a:r>
            <a:r>
              <a:rPr lang="en-U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2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ObjectId</a:t>
            </a:r>
            <a:r>
              <a:rPr lang="en-U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2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2200">
                <a:solidFill>
                  <a:srgbClr val="C8C8C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username</a:t>
            </a:r>
            <a:r>
              <a:rPr lang="en-U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22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-U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       </a:t>
            </a:r>
            <a:endParaRPr sz="2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2200">
                <a:solidFill>
                  <a:srgbClr val="C8C8C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email</a:t>
            </a:r>
            <a:r>
              <a:rPr lang="en-U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22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-U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         </a:t>
            </a:r>
            <a:endParaRPr sz="2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2200">
                <a:solidFill>
                  <a:srgbClr val="C8C8C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password</a:t>
            </a:r>
            <a:r>
              <a:rPr lang="en-U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22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-U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       </a:t>
            </a:r>
            <a:endParaRPr sz="2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2200">
                <a:solidFill>
                  <a:srgbClr val="C8C8C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role</a:t>
            </a:r>
            <a:r>
              <a:rPr lang="en-U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22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-U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           </a:t>
            </a:r>
            <a:endParaRPr sz="2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2200">
                <a:solidFill>
                  <a:srgbClr val="C8C8C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createdAt</a:t>
            </a:r>
            <a:r>
              <a:rPr lang="en-U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22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Date</a:t>
            </a:r>
            <a:r>
              <a:rPr lang="en-U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2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2200">
                <a:solidFill>
                  <a:srgbClr val="C8C8C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updatedAt</a:t>
            </a:r>
            <a:r>
              <a:rPr lang="en-U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22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Date</a:t>
            </a:r>
            <a:endParaRPr sz="2200">
              <a:solidFill>
                <a:srgbClr val="4EC9B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7" name="Google Shape;127;p9"/>
          <p:cNvSpPr txBox="1"/>
          <p:nvPr/>
        </p:nvSpPr>
        <p:spPr>
          <a:xfrm>
            <a:off x="6305075" y="1365600"/>
            <a:ext cx="5525100" cy="4587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EVENTS</a:t>
            </a:r>
            <a:endParaRPr sz="2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2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2200">
                <a:solidFill>
                  <a:srgbClr val="C8C8C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_id</a:t>
            </a:r>
            <a:r>
              <a:rPr lang="en-U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2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ObjectId</a:t>
            </a:r>
            <a:r>
              <a:rPr lang="en-U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2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2200">
                <a:solidFill>
                  <a:srgbClr val="C8C8C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organizer</a:t>
            </a:r>
            <a:r>
              <a:rPr lang="en-U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2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ObjectId</a:t>
            </a:r>
            <a:r>
              <a:rPr lang="en-U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 </a:t>
            </a:r>
            <a:endParaRPr sz="2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2200">
                <a:solidFill>
                  <a:srgbClr val="C8C8C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en-U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22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-U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     </a:t>
            </a:r>
            <a:endParaRPr sz="2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2200">
                <a:solidFill>
                  <a:srgbClr val="C8C8C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description</a:t>
            </a:r>
            <a:r>
              <a:rPr lang="en-U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22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-U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2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2200">
                <a:solidFill>
                  <a:srgbClr val="C8C8C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date</a:t>
            </a:r>
            <a:r>
              <a:rPr lang="en-U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22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Date</a:t>
            </a:r>
            <a:r>
              <a:rPr lang="en-U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         </a:t>
            </a:r>
            <a:endParaRPr sz="2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2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location</a:t>
            </a:r>
            <a:r>
              <a:rPr lang="en-U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22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-U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   </a:t>
            </a:r>
            <a:endParaRPr sz="2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2200">
                <a:solidFill>
                  <a:srgbClr val="C8C8C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attendees</a:t>
            </a:r>
            <a:r>
              <a:rPr lang="en-U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[</a:t>
            </a:r>
            <a:r>
              <a:rPr lang="en-US" sz="2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ObjectId</a:t>
            </a:r>
            <a:r>
              <a:rPr lang="en-U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],  </a:t>
            </a:r>
            <a:endParaRPr sz="2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2200">
                <a:solidFill>
                  <a:srgbClr val="C8C8C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createdAt</a:t>
            </a:r>
            <a:r>
              <a:rPr lang="en-U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22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Date</a:t>
            </a:r>
            <a:r>
              <a:rPr lang="en-U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2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2200">
                <a:solidFill>
                  <a:srgbClr val="C8C8C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updatedAt</a:t>
            </a:r>
            <a:r>
              <a:rPr lang="en-U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22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Date</a:t>
            </a:r>
            <a:endParaRPr sz="2200">
              <a:solidFill>
                <a:srgbClr val="4EC9B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800">
                <a:solidFill>
                  <a:srgbClr val="385623"/>
                </a:solidFill>
                <a:latin typeface="Arial"/>
                <a:ea typeface="Arial"/>
                <a:cs typeface="Arial"/>
                <a:sym typeface="Arial"/>
              </a:rPr>
              <a:t>13-02-2026</a:t>
            </a:r>
            <a:endParaRPr/>
          </a:p>
        </p:txBody>
      </p:sp>
      <p:sp>
        <p:nvSpPr>
          <p:cNvPr id="133" name="Google Shape;13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800">
                <a:solidFill>
                  <a:srgbClr val="385623"/>
                </a:solidFill>
              </a:rPr>
              <a:t>FIRST REVIEW PRESENTATION</a:t>
            </a:r>
            <a:endParaRPr/>
          </a:p>
        </p:txBody>
      </p:sp>
      <p:sp>
        <p:nvSpPr>
          <p:cNvPr id="134" name="Google Shape;13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b="1" lang="en-US" sz="1800">
                <a:solidFill>
                  <a:srgbClr val="385623"/>
                </a:solidFill>
              </a:rPr>
              <a:t>‹#›</a:t>
            </a:fld>
            <a:endParaRPr/>
          </a:p>
        </p:txBody>
      </p:sp>
      <p:sp>
        <p:nvSpPr>
          <p:cNvPr id="135" name="Google Shape;135;p10"/>
          <p:cNvSpPr txBox="1"/>
          <p:nvPr>
            <p:ph type="title"/>
          </p:nvPr>
        </p:nvSpPr>
        <p:spPr>
          <a:xfrm>
            <a:off x="838200" y="240434"/>
            <a:ext cx="10515600" cy="438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Entity</a:t>
            </a:r>
            <a:r>
              <a:rPr b="1" lang="en-US" sz="240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 Design</a:t>
            </a:r>
            <a:endParaRPr b="1" sz="2400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6" name="Google Shape;136;p10"/>
          <p:cNvSpPr/>
          <p:nvPr/>
        </p:nvSpPr>
        <p:spPr>
          <a:xfrm>
            <a:off x="5518200" y="2136300"/>
            <a:ext cx="1155600" cy="225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0"/>
          <p:cNvSpPr/>
          <p:nvPr/>
        </p:nvSpPr>
        <p:spPr>
          <a:xfrm>
            <a:off x="5265425" y="3714300"/>
            <a:ext cx="1640400" cy="225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" name="Google Shape;13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6613" y="1770788"/>
            <a:ext cx="8078775" cy="33164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0"/>
          <p:cNvSpPr txBox="1"/>
          <p:nvPr/>
        </p:nvSpPr>
        <p:spPr>
          <a:xfrm>
            <a:off x="5455875" y="2136300"/>
            <a:ext cx="1640400" cy="5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Events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0"/>
          <p:cNvSpPr txBox="1"/>
          <p:nvPr/>
        </p:nvSpPr>
        <p:spPr>
          <a:xfrm>
            <a:off x="5330550" y="3676800"/>
            <a:ext cx="1530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Attendees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"/>
          <p:cNvSpPr txBox="1"/>
          <p:nvPr>
            <p:ph idx="1" type="body"/>
          </p:nvPr>
        </p:nvSpPr>
        <p:spPr>
          <a:xfrm>
            <a:off x="838199" y="775855"/>
            <a:ext cx="10674927" cy="5444836"/>
          </a:xfrm>
          <a:prstGeom prst="rect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01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/>
              <a:t>.</a:t>
            </a:r>
            <a:endParaRPr/>
          </a:p>
        </p:txBody>
      </p:sp>
      <p:sp>
        <p:nvSpPr>
          <p:cNvPr id="146" name="Google Shape;14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800">
                <a:solidFill>
                  <a:srgbClr val="385623"/>
                </a:solidFill>
                <a:latin typeface="Arial"/>
                <a:ea typeface="Arial"/>
                <a:cs typeface="Arial"/>
                <a:sym typeface="Arial"/>
              </a:rPr>
              <a:t>13-02-2026</a:t>
            </a:r>
            <a:endParaRPr b="1" sz="1800">
              <a:solidFill>
                <a:srgbClr val="385623"/>
              </a:solidFill>
            </a:endParaRPr>
          </a:p>
        </p:txBody>
      </p:sp>
      <p:sp>
        <p:nvSpPr>
          <p:cNvPr id="147" name="Google Shape;14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800">
                <a:solidFill>
                  <a:srgbClr val="385623"/>
                </a:solidFill>
              </a:rPr>
              <a:t>FIRST REVIEW PRESENTATION</a:t>
            </a:r>
            <a:endParaRPr b="1" sz="1800">
              <a:solidFill>
                <a:srgbClr val="385623"/>
              </a:solidFill>
            </a:endParaRPr>
          </a:p>
        </p:txBody>
      </p:sp>
      <p:sp>
        <p:nvSpPr>
          <p:cNvPr id="148" name="Google Shape;14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b="1" lang="en-US" sz="1800">
                <a:solidFill>
                  <a:srgbClr val="385623"/>
                </a:solidFill>
              </a:rPr>
              <a:t>‹#›</a:t>
            </a:fld>
            <a:endParaRPr b="1" sz="1800">
              <a:solidFill>
                <a:srgbClr val="385623"/>
              </a:solidFill>
            </a:endParaRPr>
          </a:p>
        </p:txBody>
      </p:sp>
      <p:sp>
        <p:nvSpPr>
          <p:cNvPr id="149" name="Google Shape;149;p6"/>
          <p:cNvSpPr txBox="1"/>
          <p:nvPr>
            <p:ph type="title"/>
          </p:nvPr>
        </p:nvSpPr>
        <p:spPr>
          <a:xfrm>
            <a:off x="838200" y="240434"/>
            <a:ext cx="10515600" cy="438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UI Design</a:t>
            </a:r>
            <a:endParaRPr b="1" sz="2400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50" name="Google Shape;150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8525" y="2927970"/>
            <a:ext cx="5069901" cy="3106706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1" name="Google Shape;151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22675" y="965325"/>
            <a:ext cx="5131126" cy="2902149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2" name="Google Shape;152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52988" y="3998075"/>
            <a:ext cx="5070504" cy="2036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3" name="Google Shape;153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78525" y="965325"/>
            <a:ext cx="5069902" cy="18252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800">
                <a:solidFill>
                  <a:srgbClr val="385623"/>
                </a:solidFill>
                <a:latin typeface="Arial"/>
                <a:ea typeface="Arial"/>
                <a:cs typeface="Arial"/>
                <a:sym typeface="Arial"/>
              </a:rPr>
              <a:t>13-02-2026</a:t>
            </a:r>
            <a:endParaRPr/>
          </a:p>
        </p:txBody>
      </p:sp>
      <p:sp>
        <p:nvSpPr>
          <p:cNvPr id="159" name="Google Shape;15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800">
                <a:solidFill>
                  <a:srgbClr val="385623"/>
                </a:solidFill>
              </a:rPr>
              <a:t>FIRST REVIEW PRESENTATION</a:t>
            </a:r>
            <a:endParaRPr/>
          </a:p>
        </p:txBody>
      </p:sp>
      <p:sp>
        <p:nvSpPr>
          <p:cNvPr id="160" name="Google Shape;16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b="1" lang="en-US" sz="1800">
                <a:solidFill>
                  <a:srgbClr val="385623"/>
                </a:solidFill>
              </a:rPr>
              <a:t>‹#›</a:t>
            </a:fld>
            <a:endParaRPr/>
          </a:p>
        </p:txBody>
      </p:sp>
      <p:sp>
        <p:nvSpPr>
          <p:cNvPr id="161" name="Google Shape;161;p11"/>
          <p:cNvSpPr txBox="1"/>
          <p:nvPr>
            <p:ph type="title"/>
          </p:nvPr>
        </p:nvSpPr>
        <p:spPr>
          <a:xfrm>
            <a:off x="838200" y="240434"/>
            <a:ext cx="10515600" cy="438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BOILERPLATE</a:t>
            </a:r>
            <a:endParaRPr b="1" sz="2400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2" name="Google Shape;162;p11"/>
          <p:cNvSpPr txBox="1"/>
          <p:nvPr/>
        </p:nvSpPr>
        <p:spPr>
          <a:xfrm>
            <a:off x="918075" y="847800"/>
            <a:ext cx="5207400" cy="5357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client</a:t>
            </a:r>
            <a:endParaRPr b="1" sz="1500">
              <a:solidFill>
                <a:srgbClr val="9CDCFE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│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├── </a:t>
            </a:r>
            <a:r>
              <a:rPr lang="en-US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endParaRPr sz="1050">
              <a:solidFill>
                <a:srgbClr val="9CDCFE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│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├── </a:t>
            </a:r>
            <a:r>
              <a:rPr lang="en-US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src</a:t>
            </a:r>
            <a:endParaRPr sz="1050">
              <a:solidFill>
                <a:srgbClr val="9CDCFE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│   ├── </a:t>
            </a:r>
            <a:r>
              <a:rPr lang="en-US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css</a:t>
            </a:r>
            <a:endParaRPr sz="1050">
              <a:solidFill>
                <a:srgbClr val="9CDCFE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│   │   ├── </a:t>
            </a:r>
            <a:r>
              <a:rPr lang="en-US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createEvent</a:t>
            </a:r>
            <a:r>
              <a:rPr lang="en-US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css</a:t>
            </a:r>
            <a:endParaRPr sz="1050">
              <a:solidFill>
                <a:srgbClr val="9CDCFE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│   │   ├── </a:t>
            </a:r>
            <a:r>
              <a:rPr lang="en-US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dashboard</a:t>
            </a:r>
            <a:r>
              <a:rPr lang="en-US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css</a:t>
            </a:r>
            <a:endParaRPr sz="1050">
              <a:solidFill>
                <a:srgbClr val="9CDCFE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│   │   ├── </a:t>
            </a:r>
            <a:r>
              <a:rPr lang="en-US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landing</a:t>
            </a:r>
            <a:r>
              <a:rPr lang="en-US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css</a:t>
            </a:r>
            <a:endParaRPr sz="1050">
              <a:solidFill>
                <a:srgbClr val="9CDCFE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│   │   ├── </a:t>
            </a:r>
            <a:r>
              <a:rPr lang="en-US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login</a:t>
            </a:r>
            <a:r>
              <a:rPr lang="en-US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css</a:t>
            </a:r>
            <a:endParaRPr sz="1050">
              <a:solidFill>
                <a:srgbClr val="9CDCFE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│   │   ├── </a:t>
            </a:r>
            <a:r>
              <a:rPr lang="en-US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myevents</a:t>
            </a:r>
            <a:r>
              <a:rPr lang="en-US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css</a:t>
            </a:r>
            <a:endParaRPr sz="1050">
              <a:solidFill>
                <a:srgbClr val="9CDCFE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│   │   └── </a:t>
            </a:r>
            <a:r>
              <a:rPr lang="en-US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register</a:t>
            </a:r>
            <a:r>
              <a:rPr lang="en-US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css</a:t>
            </a:r>
            <a:endParaRPr sz="1050">
              <a:solidFill>
                <a:srgbClr val="9CDCFE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│   │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│   ├── </a:t>
            </a:r>
            <a:r>
              <a:rPr lang="en-US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pages</a:t>
            </a:r>
            <a:endParaRPr sz="1050">
              <a:solidFill>
                <a:srgbClr val="9CDCFE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│   │   ├── </a:t>
            </a:r>
            <a:r>
              <a:rPr lang="en-US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CreateEvent</a:t>
            </a:r>
            <a:r>
              <a:rPr lang="en-US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js</a:t>
            </a:r>
            <a:endParaRPr sz="1050">
              <a:solidFill>
                <a:srgbClr val="9CDCFE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│   │   ├── </a:t>
            </a:r>
            <a:r>
              <a:rPr lang="en-US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Dashboard</a:t>
            </a:r>
            <a:r>
              <a:rPr lang="en-US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js</a:t>
            </a:r>
            <a:endParaRPr sz="1050">
              <a:solidFill>
                <a:srgbClr val="9CDCFE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│   │   ├── </a:t>
            </a:r>
            <a:r>
              <a:rPr lang="en-US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Landing</a:t>
            </a:r>
            <a:r>
              <a:rPr lang="en-US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js</a:t>
            </a:r>
            <a:endParaRPr sz="1050">
              <a:solidFill>
                <a:srgbClr val="9CDCFE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│   │   ├── </a:t>
            </a:r>
            <a:r>
              <a:rPr lang="en-US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Login</a:t>
            </a:r>
            <a:r>
              <a:rPr lang="en-US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js</a:t>
            </a:r>
            <a:endParaRPr sz="1050">
              <a:solidFill>
                <a:srgbClr val="9CDCFE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│   │   ├── </a:t>
            </a:r>
            <a:r>
              <a:rPr lang="en-US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MyEvents</a:t>
            </a:r>
            <a:r>
              <a:rPr lang="en-US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js</a:t>
            </a:r>
            <a:endParaRPr sz="1050">
              <a:solidFill>
                <a:srgbClr val="9CDCFE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│   │   └── </a:t>
            </a:r>
            <a:r>
              <a:rPr lang="en-US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Register</a:t>
            </a:r>
            <a:r>
              <a:rPr lang="en-US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js</a:t>
            </a:r>
            <a:endParaRPr sz="1050">
              <a:solidFill>
                <a:srgbClr val="9CDCFE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│   │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│   ├── </a:t>
            </a:r>
            <a:r>
              <a:rPr lang="en-US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App</a:t>
            </a:r>
            <a:r>
              <a:rPr lang="en-US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js</a:t>
            </a:r>
            <a:endParaRPr sz="1050">
              <a:solidFill>
                <a:srgbClr val="9CDCFE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│   ├── </a:t>
            </a:r>
            <a:r>
              <a:rPr lang="en-US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index</a:t>
            </a:r>
            <a:r>
              <a:rPr lang="en-US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js</a:t>
            </a:r>
            <a:endParaRPr sz="1050">
              <a:solidFill>
                <a:srgbClr val="9CDCFE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│   └── </a:t>
            </a:r>
            <a:r>
              <a:rPr lang="en-US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index</a:t>
            </a:r>
            <a:r>
              <a:rPr lang="en-US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csS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1"/>
          <p:cNvSpPr txBox="1"/>
          <p:nvPr/>
        </p:nvSpPr>
        <p:spPr>
          <a:xfrm>
            <a:off x="6803000" y="838913"/>
            <a:ext cx="5207400" cy="5357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server</a:t>
            </a:r>
            <a:endParaRPr sz="1050">
              <a:solidFill>
                <a:srgbClr val="9CDCFE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│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├── </a:t>
            </a:r>
            <a:r>
              <a:rPr lang="en-US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controllers</a:t>
            </a:r>
            <a:endParaRPr sz="1050">
              <a:solidFill>
                <a:srgbClr val="9CDCFE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│   ├── </a:t>
            </a:r>
            <a:r>
              <a:rPr lang="en-US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authController</a:t>
            </a:r>
            <a:r>
              <a:rPr lang="en-US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js</a:t>
            </a:r>
            <a:endParaRPr sz="1050">
              <a:solidFill>
                <a:srgbClr val="9CDCFE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│   └── </a:t>
            </a:r>
            <a:r>
              <a:rPr lang="en-US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eventController</a:t>
            </a:r>
            <a:r>
              <a:rPr lang="en-US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js</a:t>
            </a:r>
            <a:endParaRPr sz="1050">
              <a:solidFill>
                <a:srgbClr val="9CDCFE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│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├── </a:t>
            </a:r>
            <a:r>
              <a:rPr lang="en-US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middleware</a:t>
            </a:r>
            <a:endParaRPr sz="1050">
              <a:solidFill>
                <a:srgbClr val="9CDCFE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│   └── </a:t>
            </a:r>
            <a:r>
              <a:rPr lang="en-US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authMiddleware</a:t>
            </a:r>
            <a:r>
              <a:rPr lang="en-US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js</a:t>
            </a:r>
            <a:endParaRPr sz="1050">
              <a:solidFill>
                <a:srgbClr val="9CDCFE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│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├── </a:t>
            </a:r>
            <a:r>
              <a:rPr lang="en-US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models</a:t>
            </a:r>
            <a:endParaRPr sz="1050">
              <a:solidFill>
                <a:srgbClr val="9CDCFE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│   ├── </a:t>
            </a:r>
            <a:r>
              <a:rPr lang="en-US" sz="105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Event</a:t>
            </a:r>
            <a:r>
              <a:rPr lang="en-US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js</a:t>
            </a:r>
            <a:endParaRPr sz="1050">
              <a:solidFill>
                <a:srgbClr val="9CDCFE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│   └── </a:t>
            </a:r>
            <a:r>
              <a:rPr lang="en-US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User</a:t>
            </a:r>
            <a:r>
              <a:rPr lang="en-US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js</a:t>
            </a:r>
            <a:endParaRPr sz="1050">
              <a:solidFill>
                <a:srgbClr val="9CDCFE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│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├── </a:t>
            </a:r>
            <a:r>
              <a:rPr lang="en-US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routes</a:t>
            </a:r>
            <a:endParaRPr sz="1050">
              <a:solidFill>
                <a:srgbClr val="9CDCFE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│   ├── </a:t>
            </a:r>
            <a:r>
              <a:rPr lang="en-US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authRoutes</a:t>
            </a:r>
            <a:r>
              <a:rPr lang="en-US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js</a:t>
            </a:r>
            <a:endParaRPr sz="1050">
              <a:solidFill>
                <a:srgbClr val="9CDCFE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│   └── </a:t>
            </a:r>
            <a:r>
              <a:rPr lang="en-US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eventRoutes</a:t>
            </a:r>
            <a:r>
              <a:rPr lang="en-US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js</a:t>
            </a:r>
            <a:endParaRPr sz="1050">
              <a:solidFill>
                <a:srgbClr val="9CDCFE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│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├── .</a:t>
            </a:r>
            <a:r>
              <a:rPr lang="en-US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env</a:t>
            </a:r>
            <a:endParaRPr sz="1050">
              <a:solidFill>
                <a:srgbClr val="9CDCFE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├── </a:t>
            </a:r>
            <a:r>
              <a:rPr lang="en-US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package</a:t>
            </a:r>
            <a:r>
              <a:rPr lang="en-US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json</a:t>
            </a:r>
            <a:endParaRPr sz="1050">
              <a:solidFill>
                <a:srgbClr val="9CDCFE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└── </a:t>
            </a:r>
            <a:r>
              <a:rPr lang="en-US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server</a:t>
            </a:r>
            <a:r>
              <a:rPr lang="en-US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js</a:t>
            </a:r>
            <a:endParaRPr sz="1050">
              <a:solidFill>
                <a:srgbClr val="9CDCFE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4"/>
          <p:cNvSpPr txBox="1"/>
          <p:nvPr>
            <p:ph idx="1" type="body"/>
          </p:nvPr>
        </p:nvSpPr>
        <p:spPr>
          <a:xfrm>
            <a:off x="838199" y="775855"/>
            <a:ext cx="10674927" cy="5444836"/>
          </a:xfrm>
          <a:prstGeom prst="rect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400"/>
              <a:t>Readme.md</a:t>
            </a:r>
            <a:r>
              <a:rPr b="1" lang="en-US" sz="2200"/>
              <a:t> : </a:t>
            </a:r>
            <a:r>
              <a:rPr lang="en-US" sz="2000" u="sng">
                <a:solidFill>
                  <a:schemeClr val="hlink"/>
                </a:solidFill>
                <a:hlinkClick r:id="rId3"/>
              </a:rPr>
              <a:t>https://github.com/THILAK-R-P/event-registration-system/blob/master/README.md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400"/>
              <a:t>.gitignore:</a:t>
            </a:r>
            <a:endParaRPr b="1" sz="2400"/>
          </a:p>
          <a:p>
            <a:pPr indent="-50800" lvl="0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	</a:t>
            </a:r>
            <a:r>
              <a:rPr lang="en-US" sz="2000"/>
              <a:t>node_modules/</a:t>
            </a:r>
            <a:endParaRPr sz="2000"/>
          </a:p>
          <a:p>
            <a:pPr indent="-50800" lvl="0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000"/>
              <a:t>.env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400"/>
              <a:t>GITHUB</a:t>
            </a:r>
            <a:r>
              <a:rPr lang="en-US"/>
              <a:t>: </a:t>
            </a:r>
            <a:r>
              <a:rPr lang="en-US" sz="2000" u="sng">
                <a:solidFill>
                  <a:schemeClr val="hlink"/>
                </a:solidFill>
                <a:hlinkClick r:id="rId4"/>
              </a:rPr>
              <a:t>https://github.com/THILAK-R-P/event-registration-system.git</a:t>
            </a:r>
            <a:endParaRPr sz="2000"/>
          </a:p>
        </p:txBody>
      </p:sp>
      <p:sp>
        <p:nvSpPr>
          <p:cNvPr id="169" name="Google Shape;169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800">
                <a:solidFill>
                  <a:srgbClr val="385623"/>
                </a:solidFill>
                <a:latin typeface="Arial"/>
                <a:ea typeface="Arial"/>
                <a:cs typeface="Arial"/>
                <a:sym typeface="Arial"/>
              </a:rPr>
              <a:t>13-02-2026</a:t>
            </a:r>
            <a:endParaRPr/>
          </a:p>
        </p:txBody>
      </p:sp>
      <p:sp>
        <p:nvSpPr>
          <p:cNvPr id="170" name="Google Shape;170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800">
                <a:solidFill>
                  <a:srgbClr val="385623"/>
                </a:solidFill>
              </a:rPr>
              <a:t>FIRST REVIEW PRESENTATION</a:t>
            </a:r>
            <a:endParaRPr/>
          </a:p>
        </p:txBody>
      </p:sp>
      <p:sp>
        <p:nvSpPr>
          <p:cNvPr id="171" name="Google Shape;171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b="1" lang="en-US" sz="1800">
                <a:solidFill>
                  <a:srgbClr val="385623"/>
                </a:solidFill>
              </a:rPr>
              <a:t>‹#›</a:t>
            </a:fld>
            <a:endParaRPr/>
          </a:p>
        </p:txBody>
      </p:sp>
      <p:sp>
        <p:nvSpPr>
          <p:cNvPr id="172" name="Google Shape;172;p14"/>
          <p:cNvSpPr txBox="1"/>
          <p:nvPr>
            <p:ph type="title"/>
          </p:nvPr>
        </p:nvSpPr>
        <p:spPr>
          <a:xfrm>
            <a:off x="838200" y="240434"/>
            <a:ext cx="10515600" cy="438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GITHUB Documentation</a:t>
            </a:r>
            <a:endParaRPr b="1" sz="2400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2023-07-14T12:21:17Z</dcterms:created>
  <dc:creator>TRC</dc:creator>
</cp:coreProperties>
</file>